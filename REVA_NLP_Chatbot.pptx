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A7EA4">
              <a:alpha val="15000"/>
            </a:srgbClr>
          </a:solidFill>
          <a:ln w="12700">
            <a:solidFill>
              <a:srgbClr val="0A7EA4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182880"/>
            <a:ext cx="2011680" cy="201168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3840480"/>
            <a:ext cx="1828800" cy="1828800"/>
          </a:xfrm>
          <a:prstGeom prst="ellipse">
            <a:avLst/>
          </a:prstGeom>
          <a:solidFill>
            <a:srgbClr val="0A7EA4">
              <a:alpha val="12000"/>
            </a:srgbClr>
          </a:solidFill>
          <a:ln w="12700">
            <a:solidFill>
              <a:srgbClr val="0A7EA4">
                <a:alpha val="12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463040"/>
            <a:ext cx="1371600" cy="137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914400"/>
            <a:ext cx="4754880" cy="320040"/>
          </a:xfrm>
          <a:prstGeom prst="rect">
            <a:avLst/>
          </a:prstGeom>
          <a:solidFill>
            <a:srgbClr val="0A7EA4">
              <a:alpha val="70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914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Department of Computer Science &amp; Engineering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14630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 University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57200" y="21031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Chatbot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45720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Campus Guide using Natural Language Processing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64592" y="4663440"/>
            <a:ext cx="8979408" cy="475488"/>
          </a:xfrm>
          <a:prstGeom prst="rect">
            <a:avLst/>
          </a:prstGeom>
          <a:solidFill>
            <a:srgbClr val="0A7EA4">
              <a:alpha val="80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4592" y="4663440"/>
            <a:ext cx="8979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AI-Powered  •  24/7 Availability  •  39+ Intent Categories  •  &lt; 1s Response Time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PROBLEM STATEMENT &amp; SOLUTION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3977640"/>
          </a:xfrm>
          <a:prstGeom prst="rect">
            <a:avLst/>
          </a:prstGeom>
          <a:solidFill>
            <a:srgbClr val="FEF2F2"/>
          </a:solidFill>
          <a:ln w="1905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393192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  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93B"/>
                </a:solidFill>
              </a:rPr>
              <a:t>Students struggle to find quick answers about: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883664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8379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Admissions &amp; enrollment procedures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14016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36829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Exam schedules &amp; results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944368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8986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Campus facilities &amp; services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47472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429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Student life &amp; activities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3566160" cy="640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40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91B1B"/>
                </a:solidFill>
              </a:rPr>
              <a:t>No centralized, instant information source for students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43400" y="2377440"/>
            <a:ext cx="457200" cy="10972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2103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A7"/>
                </a:solidFill>
              </a:rPr>
              <a:t>→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4937760" y="822960"/>
            <a:ext cx="3931920" cy="3977640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822960"/>
            <a:ext cx="3931920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822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 THE SOLUTION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13898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93B"/>
                </a:solidFill>
              </a:rPr>
              <a:t>An AI-powered chatbot that: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120640" y="188366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22392" y="18379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Understands natural language queries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120640" y="2414016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22392" y="236829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Provides instant responses 24/7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120640" y="2944368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22392" y="28986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Covers 39+ intent categories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120640" y="347472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22392" y="3429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Handles academics, admissions &amp; campus life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120640" y="3840480"/>
            <a:ext cx="3566160" cy="6400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3840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6534"/>
                </a:solidFill>
              </a:rPr>
              <a:t>Smart • Instant • Always Available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0972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ARCHITECTURE &amp; TECHNOLOGY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2084832" cy="1600200"/>
          </a:xfrm>
          <a:prstGeom prst="rect">
            <a:avLst/>
          </a:prstGeom>
          <a:solidFill>
            <a:srgbClr val="1E3A8A"/>
          </a:solidFill>
          <a:ln w="25400">
            <a:solidFill>
              <a:srgbClr val="1D4E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49808"/>
            <a:ext cx="2084832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4980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Backend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" y="1207008"/>
            <a:ext cx="1901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F3FC"/>
                </a:solidFill>
              </a:rPr>
              <a:t>Python  •  Flask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59736" y="749808"/>
            <a:ext cx="2084832" cy="1600200"/>
          </a:xfrm>
          <a:prstGeom prst="rect">
            <a:avLst/>
          </a:prstGeom>
          <a:solidFill>
            <a:srgbClr val="4C1D95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9736" y="749808"/>
            <a:ext cx="208483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9736" y="74980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ML Model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51176" y="1207008"/>
            <a:ext cx="1901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F3FC"/>
                </a:solidFill>
              </a:rPr>
              <a:t>Logistic Regression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5F3FC"/>
                </a:solidFill>
              </a:rPr>
              <a:t>(Intent Classification)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90872" y="749808"/>
            <a:ext cx="2084832" cy="1600200"/>
          </a:xfrm>
          <a:prstGeom prst="rect">
            <a:avLst/>
          </a:prstGeom>
          <a:solidFill>
            <a:srgbClr val="164E63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749808"/>
            <a:ext cx="2084832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74980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NLP Features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82312" y="1207008"/>
            <a:ext cx="1901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F3FC"/>
                </a:solidFill>
              </a:rPr>
              <a:t>Tokenization  •  Lemmatization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5F3FC"/>
                </a:solidFill>
              </a:rPr>
              <a:t>Bag of Words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22008" y="749808"/>
            <a:ext cx="2084832" cy="1600200"/>
          </a:xfrm>
          <a:prstGeom prst="rect">
            <a:avLst/>
          </a:prstGeom>
          <a:solidFill>
            <a:srgbClr val="064E3B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22008" y="749808"/>
            <a:ext cx="2084832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22008" y="74980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Frontend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13448" y="1207008"/>
            <a:ext cx="1901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F3FC"/>
                </a:solidFill>
              </a:rPr>
              <a:t>HTML5  •  CSS3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5F3FC"/>
                </a:solidFill>
              </a:rPr>
              <a:t>JavaScript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254203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C9A7"/>
                </a:solidFill>
              </a:rPr>
              <a:t>PROCESSING PIPELINE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1417320" cy="9144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292608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Query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91640" y="3017520"/>
            <a:ext cx="338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2029968" y="2926080"/>
            <a:ext cx="141732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029968" y="292608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processing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47288" y="3017520"/>
            <a:ext cx="338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785616" y="2926080"/>
            <a:ext cx="141732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785616" y="292608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Extraction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02936" y="3017520"/>
            <a:ext cx="338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541264" y="2926080"/>
            <a:ext cx="141732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41264" y="292608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Prediction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58584" y="3017520"/>
            <a:ext cx="338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7296912" y="2926080"/>
            <a:ext cx="141732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296912" y="292608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Response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Generated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4023360"/>
            <a:ext cx="9144000" cy="1097280"/>
          </a:xfrm>
          <a:prstGeom prst="rect">
            <a:avLst/>
          </a:prstGeom>
          <a:solidFill>
            <a:srgbClr val="071428"/>
          </a:solidFill>
          <a:ln w="12700">
            <a:solidFill>
              <a:srgbClr val="0714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690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Each query passes through an NLP pipeline — tokenized, lemmatized, vectorized, classified by Logistic Regression, and returned in under 1 second.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2743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</a:rPr>
              <a:t>KEY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</a:rPr>
              <a:t>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329184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4173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</a:rPr>
              <a:t>39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417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Intent Categories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121408"/>
            <a:ext cx="329184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121408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</a:rPr>
              <a:t>111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212140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Training Samples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825496"/>
            <a:ext cx="329184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825496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</a:rPr>
              <a:t>161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82549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Vocabulary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529584"/>
            <a:ext cx="329184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529584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</a:rPr>
              <a:t>100%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352958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Training Accuracy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233672"/>
            <a:ext cx="329184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23367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</a:rPr>
              <a:t>&lt;1s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42336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Response Time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1371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0D1B3E"/>
                </a:solidFill>
              </a:rPr>
              <a:t>FUTURE ENHANCEMENTS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023360" y="658368"/>
            <a:ext cx="4846320" cy="3657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0" y="822960"/>
            <a:ext cx="4846320" cy="868680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23360" y="822960"/>
            <a:ext cx="54864" cy="8686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87952" y="8686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</a:rPr>
              <a:t>🗄️  University Database Integration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187952" y="12070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Live sync with student portals, exam schedules, and real-time announcements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023360" y="1828800"/>
            <a:ext cx="48463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023360" y="1828800"/>
            <a:ext cx="54864" cy="8686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87952" y="18745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</a:rPr>
              <a:t>🌐  Multi-Language Support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187952" y="221284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Serve students in Kannada, Hindi, and other regional languages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023360" y="2834640"/>
            <a:ext cx="4846320" cy="868680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023360" y="2834640"/>
            <a:ext cx="54864" cy="8686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87952" y="2880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</a:rPr>
              <a:t>🤖  Context-Aware Conversations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187952" y="321868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Transformer-based models (BERT/GPT) for multi-turn, memory-enabled dialogues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023360" y="3840480"/>
            <a:ext cx="48463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023360" y="3840480"/>
            <a:ext cx="54864" cy="8686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87952" y="38862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</a:rPr>
              <a:t>📱  Mobile App Integration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187952" y="42245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Native iOS &amp; Android apps with push notifications for campus updates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8600" y="4736592"/>
            <a:ext cx="1115568" cy="274320"/>
          </a:xfrm>
          <a:prstGeom prst="roundRect">
            <a:avLst>
              <a:gd name="adj" fmla="val 23333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473659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Suggestion Buttons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399032" y="4736592"/>
            <a:ext cx="1115568" cy="274320"/>
          </a:xfrm>
          <a:prstGeom prst="roundRect">
            <a:avLst>
              <a:gd name="adj" fmla="val 23333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99032" y="473659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Typing Indicators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569464" y="4736592"/>
            <a:ext cx="1115568" cy="274320"/>
          </a:xfrm>
          <a:prstGeom prst="roundRect">
            <a:avLst>
              <a:gd name="adj" fmla="val 23333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9464" y="473659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Auto-Scroll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REVA University NLP Chatbot</dc:title>
  <dc:subject>PptxGenJS Presentation</dc:subject>
  <dc:creator>PptxGenJS</dc:creator>
  <cp:lastModifiedBy>PptxGenJS</cp:lastModifiedBy>
  <cp:revision>1</cp:revision>
  <dcterms:created xsi:type="dcterms:W3CDTF">2026-04-16T13:40:10Z</dcterms:created>
  <dcterms:modified xsi:type="dcterms:W3CDTF">2026-04-16T13:40:10Z</dcterms:modified>
</cp:coreProperties>
</file>